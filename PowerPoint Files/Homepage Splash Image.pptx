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88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93EA-80D9-2E28-7939-84BE5CE1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054C-FF0A-15C9-68D7-CBBE7E8EC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FA376-5699-ED50-6A1A-31241E92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09AB-2043-17BA-1F7D-B17280A8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1B563-302D-FD32-78AA-18253DE7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7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6733-F652-6848-FD7E-8790D440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2782-F989-CFD7-254E-255F21BA9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11EE-95AC-FF7A-97B6-768676EE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1C3FA-BB8B-1D3A-4CEC-56A414EE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D10C7-0167-A601-64BA-1404F8AD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7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3560-6CD8-94E2-9F6F-8613B3AB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1506D-36C9-3629-4F83-5B1C6B99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8D42-EB20-EEC7-6729-D9F4898A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F53C-33BB-E460-F6A8-FC2C8B83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A52FB-ED3F-A529-59CD-7BD84603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72A7-2717-2A1A-EDC8-57D50F4F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0F99-544F-1920-5D87-DC2B39711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57252-29C1-A535-9476-B21FF6070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12A8-462D-9229-E7B1-6CD151D2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E4390-9805-7717-ABF2-306F6F8F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B1F1D-8761-A6B1-4A83-35A10AF8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BE25-2628-F224-5651-8F04F1AF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177B5-7559-0B49-B433-3BF16A1AC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54B59-8EFD-CC07-93AE-B39F2902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29283-C5DF-C27D-326C-BA2D88388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B000B-A9C7-0C48-FCF2-2387F77FC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D5D65-1E7B-A064-DE2A-D9DC63F2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27F54-F31D-F994-7E33-D9DC1E57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ED24E-CD5F-680A-5DE4-0260DF39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A10F-790D-DCBE-D78C-DB124904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2B236-51B5-4DAE-23AA-0A8BBE31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9590B-2CD1-C542-0D24-189CAAA8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E302E-C8D0-1E6E-8105-D8CF23DC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0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15762-C791-4710-378F-4381E8EA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8B188-64D9-1E4F-DD39-76EE94BA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E8F8-207C-4D4F-FE4E-55F465EC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7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6ADF-115F-EA13-879A-23655169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1A2B4-2046-1B69-6AD4-BC66E8B0C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26393-51C5-CA5C-E38F-E453C6507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569EA-6009-89CC-2098-F9E3DA1D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7951A-C8E7-1966-400C-C39724C4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44351-DEF2-2B3A-7DCF-4543CE7C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2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74A9-3BDF-4968-93D5-F27CCA2A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9F9A1-8A76-C914-85C7-511D3A42B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3759F-62F0-AC45-9950-25E8C168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905C2-0185-3820-C393-DC2A3859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DC380-8C63-4AFA-7687-F7FBE36C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E7371-57CE-F165-E9AC-0C0B58EE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D7FA-5A56-A576-795F-64F6E29C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CCD8B-BA69-0C9F-F907-DD4423220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49D6F-3BAE-8B87-3DF6-A7FDDA31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8D4C-F0B5-366D-7A51-C027BC80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42B7B-8DAD-038F-F4E1-15D10E1E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1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325D7-D004-15E0-23A0-7B642EFD0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EB54C-FE34-557C-A682-133164B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0541-D16D-0576-69DC-9C6EC906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36EB5-0BB3-54FB-EE18-0EF78D95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A70-E529-B8AC-F5D8-088C6649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7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B037C-F63A-4A57-07DB-E703C779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85B5C-6086-9E0E-04B2-9DED965F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9CB3-5922-E315-990F-7FCB14179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60670-CA5F-4790-ACB4-77024DBE5D0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77190-53A6-9478-5691-45847D010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6718B-08FE-CA61-673D-EF065FF23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5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graduation gown holding a dog&#10;&#10;AI-generated content may be incorrect.">
            <a:extLst>
              <a:ext uri="{FF2B5EF4-FFF2-40B4-BE49-F238E27FC236}">
                <a16:creationId xmlns:a16="http://schemas.microsoft.com/office/drawing/2014/main" id="{126586D0-E634-4530-9A79-DE51D6EBE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9" t="13635" r="5648"/>
          <a:stretch>
            <a:fillRect/>
          </a:stretch>
        </p:blipFill>
        <p:spPr>
          <a:xfrm>
            <a:off x="3746938" y="1023299"/>
            <a:ext cx="4698125" cy="48114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774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D0830-8CF7-C946-8965-A316071B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B50F4-9B1C-9A1D-F41D-66D8AF763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1" b="15891"/>
          <a:stretch/>
        </p:blipFill>
        <p:spPr>
          <a:xfrm>
            <a:off x="3746938" y="1023299"/>
            <a:ext cx="4698125" cy="48114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60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986F6-A88E-1AF9-809D-58C2A400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9FB704-4AD3-6822-72DC-4E1F4BDDA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b="15842"/>
          <a:stretch/>
        </p:blipFill>
        <p:spPr>
          <a:xfrm>
            <a:off x="3746938" y="1023299"/>
            <a:ext cx="4698125" cy="48114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3006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8AD5D-9FF7-D91E-C442-FC57B280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DDB359-30D2-6FF8-C7EF-AB653B82B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b="15842"/>
          <a:stretch/>
        </p:blipFill>
        <p:spPr>
          <a:xfrm>
            <a:off x="3746938" y="1023299"/>
            <a:ext cx="4698125" cy="48114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805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EA919-BBA1-7BFB-CDDA-60DB823E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846B8D-47AD-1479-849D-AB8E5BDA2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b="15842"/>
          <a:stretch/>
        </p:blipFill>
        <p:spPr>
          <a:xfrm>
            <a:off x="3746938" y="1023299"/>
            <a:ext cx="4698125" cy="48114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Elena Palmer</dc:creator>
  <cp:lastModifiedBy>Jasmin Elena Palmer</cp:lastModifiedBy>
  <cp:revision>6</cp:revision>
  <dcterms:created xsi:type="dcterms:W3CDTF">2025-07-02T18:27:08Z</dcterms:created>
  <dcterms:modified xsi:type="dcterms:W3CDTF">2025-07-03T02:04:03Z</dcterms:modified>
</cp:coreProperties>
</file>