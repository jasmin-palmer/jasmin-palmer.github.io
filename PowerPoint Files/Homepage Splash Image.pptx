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7" d="100"/>
          <a:sy n="87" d="100"/>
        </p:scale>
        <p:origin x="7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graduation gown holding a dog&#10;&#10;AI-generated content may be incorrect.">
            <a:extLst>
              <a:ext uri="{FF2B5EF4-FFF2-40B4-BE49-F238E27FC236}">
                <a16:creationId xmlns:a16="http://schemas.microsoft.com/office/drawing/2014/main" id="{126586D0-E634-4530-9A79-DE51D6EB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13635" r="5648"/>
          <a:stretch>
            <a:fillRect/>
          </a:stretch>
        </p:blipFill>
        <p:spPr>
          <a:xfrm>
            <a:off x="3455158" y="724484"/>
            <a:ext cx="5281685" cy="540903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774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D0830-8CF7-C946-8965-A316071B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B50F4-9B1C-9A1D-F41D-66D8AF76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91" b="15891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60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986F6-A88E-1AF9-809D-58C2A400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FB704-4AD3-6822-72DC-4E1F4BDDA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300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8AD5D-9FF7-D91E-C442-FC57B2801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DB359-30D2-6FF8-C7EF-AB653B82B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805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7EA919-BBA1-7BFB-CDDA-60DB823E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846B8D-47AD-1479-849D-AB8E5BDA2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Interior of a laptop computer motherboard">
            <a:extLst>
              <a:ext uri="{FF2B5EF4-FFF2-40B4-BE49-F238E27FC236}">
                <a16:creationId xmlns:a16="http://schemas.microsoft.com/office/drawing/2014/main" id="{5DDD2CA2-2E84-B34C-B125-154C65B819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 b="1217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421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obot standing on block facing other robots">
            <a:extLst>
              <a:ext uri="{FF2B5EF4-FFF2-40B4-BE49-F238E27FC236}">
                <a16:creationId xmlns:a16="http://schemas.microsoft.com/office/drawing/2014/main" id="{317E099D-CFFB-A7D0-AE47-520B556D2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ABB9D0-845C-A238-CE3E-21C98293E9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4187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29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White and black robot hands">
            <a:extLst>
              <a:ext uri="{FF2B5EF4-FFF2-40B4-BE49-F238E27FC236}">
                <a16:creationId xmlns:a16="http://schemas.microsoft.com/office/drawing/2014/main" id="{2F1B61FB-D007-B8C5-24EE-49732846F1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"/>
            <a:ext cx="12192000" cy="68576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F44524B-0365-B2D1-F9C3-A9C9D1DAD0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4187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09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10</cp:revision>
  <dcterms:created xsi:type="dcterms:W3CDTF">2025-07-02T18:27:08Z</dcterms:created>
  <dcterms:modified xsi:type="dcterms:W3CDTF">2025-07-10T15:43:04Z</dcterms:modified>
</cp:coreProperties>
</file>