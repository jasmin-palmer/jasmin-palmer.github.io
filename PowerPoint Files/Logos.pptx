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0418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252" y="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693EA-80D9-2E28-7939-84BE5CE1AC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1E054C-FF0A-15C9-68D7-CBBE7E8EC6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CFA376-5699-ED50-6A1A-31241E920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60670-CA5F-4790-ACB4-77024DBE5D09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9809AB-2043-17BA-1F7D-B17280A8B5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11B563-302D-FD32-78AA-18253DE782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44BB0-F74A-4945-A065-A320525F24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0764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866733-F652-6848-FD7E-8790D4404F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172782-F989-CFD7-254E-255F21BA99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E811EE-95AC-FF7A-97B6-768676EEA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60670-CA5F-4790-ACB4-77024DBE5D09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71C3FA-BB8B-1D3A-4CEC-56A414EE36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D10C7-0167-A601-64BA-1404F8AD4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44BB0-F74A-4945-A065-A320525F24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21723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773560-6CD8-94E2-9F6F-8613B3AB2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41506D-36C9-3629-4F83-5B1C6B9964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1D8D42-EB20-EEC7-6729-D9F4898AB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60670-CA5F-4790-ACB4-77024DBE5D09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31F53C-33BB-E460-F6A8-FC2C8B83A6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8A52FB-ED3F-A529-59CD-7BD846034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44BB0-F74A-4945-A065-A320525F24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560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372A7-2717-2A1A-EDC8-57D50F4F1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4E0F99-544F-1920-5D87-DC2B397115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857252-29C1-A535-9476-B21FF6070B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DA12A8-462D-9229-E7B1-6CD151D2D0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60670-CA5F-4790-ACB4-77024DBE5D09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2E4390-9805-7717-ABF2-306F6F8FF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CB1F1D-8761-A6B1-4A83-35A10AF84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44BB0-F74A-4945-A065-A320525F24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64977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9BE25-2628-F224-5651-8F04F1AF2E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3177B5-7559-0B49-B433-3BF16A1ACD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C54B59-8EFD-CC07-93AE-B39F29026F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A729283-C5DF-C27D-326C-BA2D883882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6B000B-A9C7-0C48-FCF2-2387F77FC9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B0D5D65-1E7B-A064-DE2A-D9DC63F2F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60670-CA5F-4790-ACB4-77024DBE5D09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2F27F54-F31D-F994-7E33-D9DC1E577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8CED24E-CD5F-680A-5DE4-0260DF39D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44BB0-F74A-4945-A065-A320525F24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46807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FFA10F-790D-DCBE-D78C-DB1249043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42B236-51B5-4DAE-23AA-0A8BBE318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60670-CA5F-4790-ACB4-77024DBE5D09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69590B-2CD1-C542-0D24-189CAAA81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2E302E-C8D0-1E6E-8105-D8CF23DC3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44BB0-F74A-4945-A065-A320525F24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2010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8515762-C791-4710-378F-4381E8EAC5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60670-CA5F-4790-ACB4-77024DBE5D09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B78B188-64D9-1E4F-DD39-76EE94BAA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38E8F8-207C-4D4F-FE4E-55F465EC1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44BB0-F74A-4945-A065-A320525F24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19702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6C6ADF-115F-EA13-879A-236551695E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E1A2B4-2046-1B69-6AD4-BC66E8B0C5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126393-51C5-CA5C-E38F-E453C6507B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5569EA-6009-89CC-2098-F9E3DA1DFC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60670-CA5F-4790-ACB4-77024DBE5D09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37951A-C8E7-1966-400C-C39724C48C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944351-DEF2-2B3A-7DCF-4543CE7C4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44BB0-F74A-4945-A065-A320525F24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47298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2974A9-3BDF-4968-93D5-F27CCA2A42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349F9A1-8A76-C914-85C7-511D3A42B5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03759F-62F0-AC45-9950-25E8C1682D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1905C2-0185-3820-C393-DC2A38594A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60670-CA5F-4790-ACB4-77024DBE5D09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FDC380-8C63-4AFA-7687-F7FBE36C7C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9E7371-57CE-F165-E9AC-0C0B58EE8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44BB0-F74A-4945-A065-A320525F24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8475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6D7FA-5A56-A576-795F-64F6E29C2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BCCD8B-BA69-0C9F-F907-DD44232206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649D6F-3BAE-8B87-3DF6-A7FDDA3168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60670-CA5F-4790-ACB4-77024DBE5D09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5E8D4C-F0B5-366D-7A51-C027BC805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042B7B-8DAD-038F-F4E1-15D10E1ED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44BB0-F74A-4945-A065-A320525F24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4187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A325D7-D004-15E0-23A0-7B642EFD0C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2EB54C-FE34-557C-A682-133164BF6F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160541-D16D-0576-69DC-9C6EC9064E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60670-CA5F-4790-ACB4-77024DBE5D09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836EB5-0BB3-54FB-EE18-0EF78D951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3A2A70-E529-B8AC-F5D8-088C66495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44BB0-F74A-4945-A065-A320525F24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25719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FAB037C-F63A-4A57-07DB-E703C779B2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C85B5C-6086-9E0E-04B2-9DED965FBE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EA9CB3-5922-E315-990F-7FCB14179F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C60670-CA5F-4790-ACB4-77024DBE5D09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577190-53A6-9478-5691-45847D0101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E6718B-08FE-CA61-673D-EF065FF232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944BB0-F74A-4945-A065-A320525F24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3589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854431-028A-D7B8-B466-0880231D3E9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09D0C6-4944-A9C2-2E20-28765205452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2950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raphic 19" descr="Single gear with solid fill">
            <a:extLst>
              <a:ext uri="{FF2B5EF4-FFF2-40B4-BE49-F238E27FC236}">
                <a16:creationId xmlns:a16="http://schemas.microsoft.com/office/drawing/2014/main" id="{82310B3F-414D-1BF0-5303-D169EC1B0A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39963" y="2776769"/>
            <a:ext cx="3773243" cy="3773243"/>
          </a:xfrm>
          <a:prstGeom prst="rect">
            <a:avLst/>
          </a:prstGeom>
        </p:spPr>
      </p:pic>
      <p:pic>
        <p:nvPicPr>
          <p:cNvPr id="10" name="Graphic 9" descr="Single gear with solid fill">
            <a:extLst>
              <a:ext uri="{FF2B5EF4-FFF2-40B4-BE49-F238E27FC236}">
                <a16:creationId xmlns:a16="http://schemas.microsoft.com/office/drawing/2014/main" id="{2456A9D1-F9C1-DD9E-7DA4-D752D77B7C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19352" y="-433876"/>
            <a:ext cx="3773243" cy="3773243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09BBE20-FAFD-0E79-C973-722C14B7BE34}"/>
              </a:ext>
            </a:extLst>
          </p:cNvPr>
          <p:cNvSpPr/>
          <p:nvPr/>
        </p:nvSpPr>
        <p:spPr>
          <a:xfrm>
            <a:off x="9523560" y="506214"/>
            <a:ext cx="2218877" cy="193899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6000" i="1" dirty="0"/>
              <a:t>JEP</a:t>
            </a:r>
          </a:p>
          <a:p>
            <a:r>
              <a:rPr lang="en-US" sz="6000" i="1" dirty="0"/>
              <a:t>    PhD</a:t>
            </a:r>
          </a:p>
        </p:txBody>
      </p:sp>
      <p:pic>
        <p:nvPicPr>
          <p:cNvPr id="15" name="Graphic 14" descr="Gears with solid fill">
            <a:extLst>
              <a:ext uri="{FF2B5EF4-FFF2-40B4-BE49-F238E27FC236}">
                <a16:creationId xmlns:a16="http://schemas.microsoft.com/office/drawing/2014/main" id="{7B28AA31-F677-5A4C-87B6-FB494DA61F3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-138119" y="-77426"/>
            <a:ext cx="3106271" cy="3106271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64FE3856-7C94-8E8D-CF45-E544CD1F4C03}"/>
              </a:ext>
            </a:extLst>
          </p:cNvPr>
          <p:cNvSpPr txBox="1"/>
          <p:nvPr/>
        </p:nvSpPr>
        <p:spPr>
          <a:xfrm>
            <a:off x="2945100" y="3586142"/>
            <a:ext cx="1791691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400" b="1" dirty="0">
                <a:solidFill>
                  <a:schemeClr val="bg1"/>
                </a:solidFill>
                <a:latin typeface="Brush Script MT" panose="03060802040406070304" pitchFamily="66" charset="0"/>
              </a:rPr>
              <a:t>JEP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0D0BCA8-26CE-A68E-5BD0-7E5B03E8717A}"/>
              </a:ext>
            </a:extLst>
          </p:cNvPr>
          <p:cNvSpPr txBox="1"/>
          <p:nvPr/>
        </p:nvSpPr>
        <p:spPr>
          <a:xfrm>
            <a:off x="2930738" y="5030241"/>
            <a:ext cx="1791691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400" b="1" dirty="0">
                <a:solidFill>
                  <a:schemeClr val="bg1"/>
                </a:solidFill>
                <a:latin typeface="Brush Script MT" panose="03060802040406070304" pitchFamily="66" charset="0"/>
              </a:rPr>
              <a:t>PhD</a:t>
            </a:r>
          </a:p>
        </p:txBody>
      </p:sp>
      <p:pic>
        <p:nvPicPr>
          <p:cNvPr id="3" name="Graphic 2" descr="Single gear with solid fill">
            <a:extLst>
              <a:ext uri="{FF2B5EF4-FFF2-40B4-BE49-F238E27FC236}">
                <a16:creationId xmlns:a16="http://schemas.microsoft.com/office/drawing/2014/main" id="{D2515E4F-50DA-6596-D14D-C0E55E9F885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93412" y="2468961"/>
            <a:ext cx="3773243" cy="3773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66317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5</Words>
  <Application>Microsoft Office PowerPoint</Application>
  <PresentationFormat>Widescreen</PresentationFormat>
  <Paragraphs>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Brush Script MT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Jasmin Elena Palmer</dc:creator>
  <cp:lastModifiedBy>Jasmin Elena Palmer</cp:lastModifiedBy>
  <cp:revision>4</cp:revision>
  <dcterms:created xsi:type="dcterms:W3CDTF">2025-07-02T18:27:08Z</dcterms:created>
  <dcterms:modified xsi:type="dcterms:W3CDTF">2025-07-10T15:26:47Z</dcterms:modified>
</cp:coreProperties>
</file>