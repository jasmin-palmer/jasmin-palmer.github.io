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75" d="100"/>
          <a:sy n="75" d="100"/>
        </p:scale>
        <p:origin x="1336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14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2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79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40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8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40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28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8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520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45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96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B56D-F9F8-971E-76BD-FC6EBC4BA4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 Editing  the Gallery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64287D-8873-6C70-D67D-E34B3573DE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lang="en-US" dirty="0"/>
              <a:t>Or any Images with 4:3 Aspect Ratio</a:t>
            </a:r>
          </a:p>
        </p:txBody>
      </p:sp>
    </p:spTree>
    <p:extLst>
      <p:ext uri="{BB962C8B-B14F-4D97-AF65-F5344CB8AC3E}">
        <p14:creationId xmlns:p14="http://schemas.microsoft.com/office/powerpoint/2010/main" val="223768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B198FF18-6963-A47B-FEF1-16AF569927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70848F-0A13-0835-AD82-EDE07C264DCC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62581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19881A49-EBED-7B32-3051-99DB73D42F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3C0D8F-F4D6-0B95-C0E1-10DDB014E7C7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63727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F0EB68CD-3EA8-A9A3-7F2E-418D8AE50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58F766-AE2D-D3D8-437E-CF38CAC2A0BE}"/>
              </a:ext>
            </a:extLst>
          </p:cNvPr>
          <p:cNvSpPr txBox="1"/>
          <p:nvPr/>
        </p:nvSpPr>
        <p:spPr>
          <a:xfrm>
            <a:off x="2074743" y="4146944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450522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computer generated image of a skeleton&#10;&#10;AI-generated content may be incorrect.">
            <a:extLst>
              <a:ext uri="{FF2B5EF4-FFF2-40B4-BE49-F238E27FC236}">
                <a16:creationId xmlns:a16="http://schemas.microsoft.com/office/drawing/2014/main" id="{C20778A3-8FE5-D19C-6F1A-ABA290E1B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DE868D-A185-537E-FDB1-8998FC016889}"/>
              </a:ext>
            </a:extLst>
          </p:cNvPr>
          <p:cNvSpPr txBox="1"/>
          <p:nvPr/>
        </p:nvSpPr>
        <p:spPr>
          <a:xfrm>
            <a:off x="781971" y="2213282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MARSS 2024 Hackathon</a:t>
            </a:r>
          </a:p>
        </p:txBody>
      </p:sp>
    </p:spTree>
    <p:extLst>
      <p:ext uri="{BB962C8B-B14F-4D97-AF65-F5344CB8AC3E}">
        <p14:creationId xmlns:p14="http://schemas.microsoft.com/office/powerpoint/2010/main" val="278472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 of a human spine&#10;&#10;AI-generated content may be incorrect.">
            <a:extLst>
              <a:ext uri="{FF2B5EF4-FFF2-40B4-BE49-F238E27FC236}">
                <a16:creationId xmlns:a16="http://schemas.microsoft.com/office/drawing/2014/main" id="{6321F42F-80E4-EBB5-2281-A1690228C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" y="0"/>
            <a:ext cx="91377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98DF6E-ECEC-DBC0-87D6-957D532F2FC9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RAD 206 Final Project</a:t>
            </a:r>
          </a:p>
        </p:txBody>
      </p:sp>
    </p:spTree>
    <p:extLst>
      <p:ext uri="{BB962C8B-B14F-4D97-AF65-F5344CB8AC3E}">
        <p14:creationId xmlns:p14="http://schemas.microsoft.com/office/powerpoint/2010/main" val="566944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75900C-684F-9183-C24B-9DC4911EDD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06CF3E-F1CB-8218-B1C1-658210C3977A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2.78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0305896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ey and black metal object&#10;&#10;AI-generated content may be incorrect.">
            <a:extLst>
              <a:ext uri="{FF2B5EF4-FFF2-40B4-BE49-F238E27FC236}">
                <a16:creationId xmlns:a16="http://schemas.microsoft.com/office/drawing/2014/main" id="{9380744B-3A65-E5BA-6630-559C27466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809" y="118507"/>
            <a:ext cx="8822383" cy="662098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511DF13-6015-C541-DA56-1BDF38EABAC2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2.THU: Undergraduate Thesis</a:t>
            </a:r>
          </a:p>
        </p:txBody>
      </p:sp>
    </p:spTree>
    <p:extLst>
      <p:ext uri="{BB962C8B-B14F-4D97-AF65-F5344CB8AC3E}">
        <p14:creationId xmlns:p14="http://schemas.microsoft.com/office/powerpoint/2010/main" val="1813713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transparent box with a gear mechanism&#10;&#10;AI-generated content may be incorrect.">
            <a:extLst>
              <a:ext uri="{FF2B5EF4-FFF2-40B4-BE49-F238E27FC236}">
                <a16:creationId xmlns:a16="http://schemas.microsoft.com/office/drawing/2014/main" id="{CDAE5646-C29E-AA94-CCAF-BE6BD0ECB4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3769F6-1A99-FE7E-11AD-8C2E4FF91690}"/>
              </a:ext>
            </a:extLst>
          </p:cNvPr>
          <p:cNvSpPr txBox="1"/>
          <p:nvPr/>
        </p:nvSpPr>
        <p:spPr>
          <a:xfrm>
            <a:off x="781971" y="1043732"/>
            <a:ext cx="758005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2.12 Introduction to Robotics Term Project</a:t>
            </a:r>
          </a:p>
        </p:txBody>
      </p:sp>
    </p:spTree>
    <p:extLst>
      <p:ext uri="{BB962C8B-B14F-4D97-AF65-F5344CB8AC3E}">
        <p14:creationId xmlns:p14="http://schemas.microsoft.com/office/powerpoint/2010/main" val="2345187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machine in a corner&#10;&#10;AI-generated content may be incorrect.">
            <a:extLst>
              <a:ext uri="{FF2B5EF4-FFF2-40B4-BE49-F238E27FC236}">
                <a16:creationId xmlns:a16="http://schemas.microsoft.com/office/drawing/2014/main" id="{004BE5AD-F1A0-8068-24C4-F4C5EFE801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65D264-7B7F-0DE9-0463-82198DFF3110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2.007 Design &amp; Manufacturing 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691075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6D140B-3F2A-2131-6EDF-6F2027781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een and brown object with a grey cartoon character on it&#10;&#10;AI-generated content may be incorrect.">
            <a:extLst>
              <a:ext uri="{FF2B5EF4-FFF2-40B4-BE49-F238E27FC236}">
                <a16:creationId xmlns:a16="http://schemas.microsoft.com/office/drawing/2014/main" id="{33519093-12FC-642F-639A-CB71E350A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061C3E5D-5682-C70B-2438-FA464AD47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460E5-6299-E433-C931-E0AFC2C01B6B}"/>
              </a:ext>
            </a:extLst>
          </p:cNvPr>
          <p:cNvSpPr txBox="1"/>
          <p:nvPr/>
        </p:nvSpPr>
        <p:spPr>
          <a:xfrm>
            <a:off x="781971" y="1628507"/>
            <a:ext cx="7580058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2.008 Design &amp; Manufacturing II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6640713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small robot with a drawing on it&#10;&#10;AI-generated content may be incorrect.">
            <a:extLst>
              <a:ext uri="{FF2B5EF4-FFF2-40B4-BE49-F238E27FC236}">
                <a16:creationId xmlns:a16="http://schemas.microsoft.com/office/drawing/2014/main" id="{AA535D20-6536-4583-16A3-8214421CBD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2B1B74-4F88-7DDB-2F09-FA03DF51B6AA}"/>
              </a:ext>
            </a:extLst>
          </p:cNvPr>
          <p:cNvSpPr txBox="1"/>
          <p:nvPr/>
        </p:nvSpPr>
        <p:spPr>
          <a:xfrm>
            <a:off x="72538" y="1628507"/>
            <a:ext cx="89989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FPOP: Discovering Mechanical Engineering</a:t>
            </a:r>
          </a:p>
        </p:txBody>
      </p:sp>
    </p:spTree>
    <p:extLst>
      <p:ext uri="{BB962C8B-B14F-4D97-AF65-F5344CB8AC3E}">
        <p14:creationId xmlns:p14="http://schemas.microsoft.com/office/powerpoint/2010/main" val="203862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245</TotalTime>
  <Words>65</Words>
  <Application>Microsoft Office PowerPoint</Application>
  <PresentationFormat>On-screen Show (4:3)</PresentationFormat>
  <Paragraphs>13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Franklin Gothic Demi</vt:lpstr>
      <vt:lpstr>Office Theme</vt:lpstr>
      <vt:lpstr>For Editing  the Gallery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21</cp:revision>
  <dcterms:created xsi:type="dcterms:W3CDTF">2025-07-07T17:33:40Z</dcterms:created>
  <dcterms:modified xsi:type="dcterms:W3CDTF">2025-07-07T21:38:42Z</dcterms:modified>
</cp:coreProperties>
</file>