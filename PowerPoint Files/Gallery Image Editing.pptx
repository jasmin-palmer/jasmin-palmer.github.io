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8" r:id="rId4"/>
    <p:sldId id="257" r:id="rId5"/>
    <p:sldId id="269" r:id="rId6"/>
    <p:sldId id="259" r:id="rId7"/>
    <p:sldId id="270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75" d="100"/>
          <a:sy n="75" d="100"/>
        </p:scale>
        <p:origin x="133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04A27-23C4-48F4-A539-22B3FA4B236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31809-A223-4EE8-A819-37404D933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1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04A27-23C4-48F4-A539-22B3FA4B236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31809-A223-4EE8-A819-37404D933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144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04A27-23C4-48F4-A539-22B3FA4B236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31809-A223-4EE8-A819-37404D933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942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04A27-23C4-48F4-A539-22B3FA4B236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31809-A223-4EE8-A819-37404D933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979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04A27-23C4-48F4-A539-22B3FA4B236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31809-A223-4EE8-A819-37404D933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406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04A27-23C4-48F4-A539-22B3FA4B236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31809-A223-4EE8-A819-37404D933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883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04A27-23C4-48F4-A539-22B3FA4B236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31809-A223-4EE8-A819-37404D933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140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04A27-23C4-48F4-A539-22B3FA4B236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31809-A223-4EE8-A819-37404D933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528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04A27-23C4-48F4-A539-22B3FA4B236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31809-A223-4EE8-A819-37404D933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688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04A27-23C4-48F4-A539-22B3FA4B236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31809-A223-4EE8-A819-37404D933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520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04A27-23C4-48F4-A539-22B3FA4B236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31809-A223-4EE8-A819-37404D933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545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104A27-23C4-48F4-A539-22B3FA4B2363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431809-A223-4EE8-A819-37404D933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196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7B56D-F9F8-971E-76BD-FC6EBC4BA4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For Editing  the Gallery Images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64287D-8873-6C70-D67D-E34B3573DE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b"/>
          <a:lstStyle/>
          <a:p>
            <a:r>
              <a:rPr lang="en-US" dirty="0"/>
              <a:t>Or any Images with 4:3 Aspect Ratio</a:t>
            </a:r>
          </a:p>
        </p:txBody>
      </p:sp>
    </p:spTree>
    <p:extLst>
      <p:ext uri="{BB962C8B-B14F-4D97-AF65-F5344CB8AC3E}">
        <p14:creationId xmlns:p14="http://schemas.microsoft.com/office/powerpoint/2010/main" val="2237687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dboard arcade game with a machine&#10;&#10;AI-generated content may be incorrect.">
            <a:extLst>
              <a:ext uri="{FF2B5EF4-FFF2-40B4-BE49-F238E27FC236}">
                <a16:creationId xmlns:a16="http://schemas.microsoft.com/office/drawing/2014/main" id="{B198FF18-6963-A47B-FEF1-16AF56992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1"/>
            <a:ext cx="9144000" cy="68567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70848F-0A13-0835-AD82-EDE07C264DCC}"/>
              </a:ext>
            </a:extLst>
          </p:cNvPr>
          <p:cNvSpPr txBox="1"/>
          <p:nvPr/>
        </p:nvSpPr>
        <p:spPr>
          <a:xfrm>
            <a:off x="4754877" y="1536174"/>
            <a:ext cx="4616144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60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latin typeface="Franklin Gothic Demi" panose="020B0703020102020204" pitchFamily="34" charset="0"/>
              </a:rPr>
              <a:t>ME 218A Final Project</a:t>
            </a:r>
          </a:p>
        </p:txBody>
      </p:sp>
    </p:spTree>
    <p:extLst>
      <p:ext uri="{BB962C8B-B14F-4D97-AF65-F5344CB8AC3E}">
        <p14:creationId xmlns:p14="http://schemas.microsoft.com/office/powerpoint/2010/main" val="3662581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3A3EF-33F4-C74D-7A0A-D28F04C08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dboard arcade game with a machine&#10;&#10;AI-generated content may be incorrect.">
            <a:extLst>
              <a:ext uri="{FF2B5EF4-FFF2-40B4-BE49-F238E27FC236}">
                <a16:creationId xmlns:a16="http://schemas.microsoft.com/office/drawing/2014/main" id="{91AF4E91-23DE-6660-CE10-0963E4EEE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1"/>
            <a:ext cx="9144000" cy="68567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6E8338-E007-C606-13E5-1FF39112E7CE}"/>
              </a:ext>
            </a:extLst>
          </p:cNvPr>
          <p:cNvSpPr txBox="1"/>
          <p:nvPr/>
        </p:nvSpPr>
        <p:spPr>
          <a:xfrm>
            <a:off x="1" y="1043732"/>
            <a:ext cx="91440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60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latin typeface="Franklin Gothic Demi" panose="020B0703020102020204" pitchFamily="34" charset="0"/>
              </a:rPr>
              <a:t>ME 218A: Smart Product Design</a:t>
            </a:r>
          </a:p>
          <a:p>
            <a:pPr algn="ctr"/>
            <a:r>
              <a:rPr lang="en-US" sz="760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latin typeface="Franklin Gothic Demi" panose="020B0703020102020204" pitchFamily="34" charset="0"/>
              </a:rPr>
              <a:t>Applications</a:t>
            </a:r>
          </a:p>
          <a:p>
            <a:pPr algn="ctr"/>
            <a:r>
              <a:rPr lang="en-US" sz="760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latin typeface="Franklin Gothic Demi" panose="020B0703020102020204" pitchFamily="34" charset="0"/>
              </a:rPr>
              <a:t>Final Project</a:t>
            </a:r>
          </a:p>
        </p:txBody>
      </p:sp>
    </p:spTree>
    <p:extLst>
      <p:ext uri="{BB962C8B-B14F-4D97-AF65-F5344CB8AC3E}">
        <p14:creationId xmlns:p14="http://schemas.microsoft.com/office/powerpoint/2010/main" val="1843888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mall electronic device on a stone surface&#10;&#10;AI-generated content may be incorrect.">
            <a:extLst>
              <a:ext uri="{FF2B5EF4-FFF2-40B4-BE49-F238E27FC236}">
                <a16:creationId xmlns:a16="http://schemas.microsoft.com/office/drawing/2014/main" id="{19881A49-EBED-7B32-3051-99DB73D42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3C0D8F-F4D6-0B95-C0E1-10DDB014E7C7}"/>
              </a:ext>
            </a:extLst>
          </p:cNvPr>
          <p:cNvSpPr txBox="1"/>
          <p:nvPr/>
        </p:nvSpPr>
        <p:spPr>
          <a:xfrm>
            <a:off x="4754877" y="1536174"/>
            <a:ext cx="4616144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60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latin typeface="Franklin Gothic Demi" panose="020B0703020102020204" pitchFamily="34" charset="0"/>
              </a:rPr>
              <a:t>ME 218B Final Project</a:t>
            </a:r>
          </a:p>
        </p:txBody>
      </p:sp>
    </p:spTree>
    <p:extLst>
      <p:ext uri="{BB962C8B-B14F-4D97-AF65-F5344CB8AC3E}">
        <p14:creationId xmlns:p14="http://schemas.microsoft.com/office/powerpoint/2010/main" val="1863727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C1A66-037A-FA9D-B8A6-DB5BC037E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mall electronic device on a stone surface&#10;&#10;AI-generated content may be incorrect.">
            <a:extLst>
              <a:ext uri="{FF2B5EF4-FFF2-40B4-BE49-F238E27FC236}">
                <a16:creationId xmlns:a16="http://schemas.microsoft.com/office/drawing/2014/main" id="{A9AEBDAD-5E0B-C172-5892-5EAC1FD1A2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C8B45D-6E7E-FCD9-CA57-9A7746C74963}"/>
              </a:ext>
            </a:extLst>
          </p:cNvPr>
          <p:cNvSpPr txBox="1"/>
          <p:nvPr/>
        </p:nvSpPr>
        <p:spPr>
          <a:xfrm>
            <a:off x="1" y="1043732"/>
            <a:ext cx="91440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60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latin typeface="Franklin Gothic Demi" panose="020B0703020102020204" pitchFamily="34" charset="0"/>
              </a:rPr>
              <a:t>ME 218B: Smart Product Design</a:t>
            </a:r>
          </a:p>
          <a:p>
            <a:pPr algn="ctr"/>
            <a:r>
              <a:rPr lang="en-US" sz="760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latin typeface="Franklin Gothic Demi" panose="020B0703020102020204" pitchFamily="34" charset="0"/>
              </a:rPr>
              <a:t>Applications</a:t>
            </a:r>
          </a:p>
          <a:p>
            <a:pPr algn="ctr"/>
            <a:r>
              <a:rPr lang="en-US" sz="760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latin typeface="Franklin Gothic Demi" panose="020B0703020102020204" pitchFamily="34" charset="0"/>
              </a:rPr>
              <a:t>Final Project</a:t>
            </a:r>
          </a:p>
        </p:txBody>
      </p:sp>
    </p:spTree>
    <p:extLst>
      <p:ext uri="{BB962C8B-B14F-4D97-AF65-F5344CB8AC3E}">
        <p14:creationId xmlns:p14="http://schemas.microsoft.com/office/powerpoint/2010/main" val="3141919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toys on a grey surface&#10;&#10;AI-generated content may be incorrect.">
            <a:extLst>
              <a:ext uri="{FF2B5EF4-FFF2-40B4-BE49-F238E27FC236}">
                <a16:creationId xmlns:a16="http://schemas.microsoft.com/office/drawing/2014/main" id="{F0EB68CD-3EA8-A9A3-7F2E-418D8AE505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2"/>
            <a:ext cx="9144000" cy="68557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58F766-AE2D-D3D8-437E-CF38CAC2A0BE}"/>
              </a:ext>
            </a:extLst>
          </p:cNvPr>
          <p:cNvSpPr txBox="1"/>
          <p:nvPr/>
        </p:nvSpPr>
        <p:spPr>
          <a:xfrm>
            <a:off x="2074743" y="4146944"/>
            <a:ext cx="7580058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60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latin typeface="Franklin Gothic Demi" panose="020B0703020102020204" pitchFamily="34" charset="0"/>
              </a:rPr>
              <a:t>EE 267 Final Project</a:t>
            </a:r>
          </a:p>
        </p:txBody>
      </p:sp>
    </p:spTree>
    <p:extLst>
      <p:ext uri="{BB962C8B-B14F-4D97-AF65-F5344CB8AC3E}">
        <p14:creationId xmlns:p14="http://schemas.microsoft.com/office/powerpoint/2010/main" val="3450522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6D4F5-9234-7F80-93B7-A69F21809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toys on a grey surface&#10;&#10;AI-generated content may be incorrect.">
            <a:extLst>
              <a:ext uri="{FF2B5EF4-FFF2-40B4-BE49-F238E27FC236}">
                <a16:creationId xmlns:a16="http://schemas.microsoft.com/office/drawing/2014/main" id="{C2A34FF6-184B-776D-6170-9FCE4A85C6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2"/>
            <a:ext cx="9144000" cy="68557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98B32D-548B-E5C1-4B10-5E995F991775}"/>
              </a:ext>
            </a:extLst>
          </p:cNvPr>
          <p:cNvSpPr txBox="1"/>
          <p:nvPr/>
        </p:nvSpPr>
        <p:spPr>
          <a:xfrm>
            <a:off x="781971" y="1628507"/>
            <a:ext cx="758005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60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latin typeface="Franklin Gothic Demi" panose="020B0703020102020204" pitchFamily="34" charset="0"/>
              </a:rPr>
              <a:t>EE 267: Virtual Reality</a:t>
            </a:r>
          </a:p>
          <a:p>
            <a:pPr algn="ctr"/>
            <a:r>
              <a:rPr lang="en-US" sz="760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latin typeface="Franklin Gothic Demi" panose="020B0703020102020204" pitchFamily="34" charset="0"/>
              </a:rPr>
              <a:t>Final Project</a:t>
            </a:r>
          </a:p>
        </p:txBody>
      </p:sp>
    </p:spTree>
    <p:extLst>
      <p:ext uri="{BB962C8B-B14F-4D97-AF65-F5344CB8AC3E}">
        <p14:creationId xmlns:p14="http://schemas.microsoft.com/office/powerpoint/2010/main" val="2874315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computer generated image of a skeleton&#10;&#10;AI-generated content may be incorrect.">
            <a:extLst>
              <a:ext uri="{FF2B5EF4-FFF2-40B4-BE49-F238E27FC236}">
                <a16:creationId xmlns:a16="http://schemas.microsoft.com/office/drawing/2014/main" id="{C20778A3-8FE5-D19C-6F1A-ABA290E1B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DE868D-A185-537E-FDB1-8998FC016889}"/>
              </a:ext>
            </a:extLst>
          </p:cNvPr>
          <p:cNvSpPr txBox="1"/>
          <p:nvPr/>
        </p:nvSpPr>
        <p:spPr>
          <a:xfrm>
            <a:off x="781971" y="2213282"/>
            <a:ext cx="7580058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60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latin typeface="Franklin Gothic Demi" panose="020B0703020102020204" pitchFamily="34" charset="0"/>
              </a:rPr>
              <a:t>MARSS 2024 Hackathon</a:t>
            </a:r>
          </a:p>
        </p:txBody>
      </p:sp>
    </p:spTree>
    <p:extLst>
      <p:ext uri="{BB962C8B-B14F-4D97-AF65-F5344CB8AC3E}">
        <p14:creationId xmlns:p14="http://schemas.microsoft.com/office/powerpoint/2010/main" val="278472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generated image of a human spine&#10;&#10;AI-generated content may be incorrect.">
            <a:extLst>
              <a:ext uri="{FF2B5EF4-FFF2-40B4-BE49-F238E27FC236}">
                <a16:creationId xmlns:a16="http://schemas.microsoft.com/office/drawing/2014/main" id="{6321F42F-80E4-EBB5-2281-A1690228C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" y="0"/>
            <a:ext cx="913779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98DF6E-ECEC-DBC0-87D6-957D532F2FC9}"/>
              </a:ext>
            </a:extLst>
          </p:cNvPr>
          <p:cNvSpPr txBox="1"/>
          <p:nvPr/>
        </p:nvSpPr>
        <p:spPr>
          <a:xfrm>
            <a:off x="781971" y="2213283"/>
            <a:ext cx="7580058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60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latin typeface="Franklin Gothic Demi" panose="020B0703020102020204" pitchFamily="34" charset="0"/>
              </a:rPr>
              <a:t>RAD 206 Final Project</a:t>
            </a:r>
          </a:p>
        </p:txBody>
      </p:sp>
    </p:spTree>
    <p:extLst>
      <p:ext uri="{BB962C8B-B14F-4D97-AF65-F5344CB8AC3E}">
        <p14:creationId xmlns:p14="http://schemas.microsoft.com/office/powerpoint/2010/main" val="566944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75900C-684F-9183-C24B-9DC4911EDD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"/>
          <a:stretch>
            <a:fillRect/>
          </a:stretch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06CF3E-F1CB-8218-B1C1-658210C3977A}"/>
              </a:ext>
            </a:extLst>
          </p:cNvPr>
          <p:cNvSpPr txBox="1"/>
          <p:nvPr/>
        </p:nvSpPr>
        <p:spPr>
          <a:xfrm>
            <a:off x="781971" y="2213283"/>
            <a:ext cx="7580058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60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latin typeface="Franklin Gothic Demi" panose="020B0703020102020204" pitchFamily="34" charset="0"/>
              </a:rPr>
              <a:t>2.78 Final Project</a:t>
            </a:r>
          </a:p>
        </p:txBody>
      </p:sp>
    </p:spTree>
    <p:extLst>
      <p:ext uri="{BB962C8B-B14F-4D97-AF65-F5344CB8AC3E}">
        <p14:creationId xmlns:p14="http://schemas.microsoft.com/office/powerpoint/2010/main" val="3030589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y and black metal object&#10;&#10;AI-generated content may be incorrect.">
            <a:extLst>
              <a:ext uri="{FF2B5EF4-FFF2-40B4-BE49-F238E27FC236}">
                <a16:creationId xmlns:a16="http://schemas.microsoft.com/office/drawing/2014/main" id="{9380744B-3A65-E5BA-6630-559C27466A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09" y="118507"/>
            <a:ext cx="8822383" cy="66209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11DF13-6015-C541-DA56-1BDF38EABAC2}"/>
              </a:ext>
            </a:extLst>
          </p:cNvPr>
          <p:cNvSpPr txBox="1"/>
          <p:nvPr/>
        </p:nvSpPr>
        <p:spPr>
          <a:xfrm>
            <a:off x="781971" y="1628507"/>
            <a:ext cx="758005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60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latin typeface="Franklin Gothic Demi" panose="020B0703020102020204" pitchFamily="34" charset="0"/>
              </a:rPr>
              <a:t>2.THU: Undergraduate Thesis</a:t>
            </a:r>
          </a:p>
        </p:txBody>
      </p:sp>
    </p:spTree>
    <p:extLst>
      <p:ext uri="{BB962C8B-B14F-4D97-AF65-F5344CB8AC3E}">
        <p14:creationId xmlns:p14="http://schemas.microsoft.com/office/powerpoint/2010/main" val="1813713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transparent box with a gear mechanism&#10;&#10;AI-generated content may be incorrect.">
            <a:extLst>
              <a:ext uri="{FF2B5EF4-FFF2-40B4-BE49-F238E27FC236}">
                <a16:creationId xmlns:a16="http://schemas.microsoft.com/office/drawing/2014/main" id="{CDAE5646-C29E-AA94-CCAF-BE6BD0ECB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"/>
          <a:stretch>
            <a:fillRect/>
          </a:stretch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3769F6-1A99-FE7E-11AD-8C2E4FF91690}"/>
              </a:ext>
            </a:extLst>
          </p:cNvPr>
          <p:cNvSpPr txBox="1"/>
          <p:nvPr/>
        </p:nvSpPr>
        <p:spPr>
          <a:xfrm>
            <a:off x="781971" y="1043732"/>
            <a:ext cx="7580058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60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latin typeface="Franklin Gothic Demi" panose="020B0703020102020204" pitchFamily="34" charset="0"/>
              </a:rPr>
              <a:t>2.12 Introduction to Robotics Term Project</a:t>
            </a:r>
          </a:p>
        </p:txBody>
      </p:sp>
    </p:spTree>
    <p:extLst>
      <p:ext uri="{BB962C8B-B14F-4D97-AF65-F5344CB8AC3E}">
        <p14:creationId xmlns:p14="http://schemas.microsoft.com/office/powerpoint/2010/main" val="2345187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machine in a corner&#10;&#10;AI-generated content may be incorrect.">
            <a:extLst>
              <a:ext uri="{FF2B5EF4-FFF2-40B4-BE49-F238E27FC236}">
                <a16:creationId xmlns:a16="http://schemas.microsoft.com/office/drawing/2014/main" id="{004BE5AD-F1A0-8068-24C4-F4C5EFE80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65D264-7B7F-0DE9-0463-82198DFF3110}"/>
              </a:ext>
            </a:extLst>
          </p:cNvPr>
          <p:cNvSpPr txBox="1"/>
          <p:nvPr/>
        </p:nvSpPr>
        <p:spPr>
          <a:xfrm>
            <a:off x="781971" y="1628507"/>
            <a:ext cx="758005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60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latin typeface="Franklin Gothic Demi" panose="020B0703020102020204" pitchFamily="34" charset="0"/>
              </a:rPr>
              <a:t>2.007 Design &amp; Manufacturing I Final Project</a:t>
            </a:r>
          </a:p>
        </p:txBody>
      </p:sp>
    </p:spTree>
    <p:extLst>
      <p:ext uri="{BB962C8B-B14F-4D97-AF65-F5344CB8AC3E}">
        <p14:creationId xmlns:p14="http://schemas.microsoft.com/office/powerpoint/2010/main" val="691075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6D140B-3F2A-2131-6EDF-6F2027781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and brown object with a grey cartoon character on it&#10;&#10;AI-generated content may be incorrect.">
            <a:extLst>
              <a:ext uri="{FF2B5EF4-FFF2-40B4-BE49-F238E27FC236}">
                <a16:creationId xmlns:a16="http://schemas.microsoft.com/office/drawing/2014/main" id="{33519093-12FC-642F-639A-CB71E350A1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61C3E5D-5682-C70B-2438-FA464AD47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8460E5-6299-E433-C931-E0AFC2C01B6B}"/>
              </a:ext>
            </a:extLst>
          </p:cNvPr>
          <p:cNvSpPr txBox="1"/>
          <p:nvPr/>
        </p:nvSpPr>
        <p:spPr>
          <a:xfrm>
            <a:off x="781971" y="1628507"/>
            <a:ext cx="758005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60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latin typeface="Franklin Gothic Demi" panose="020B0703020102020204" pitchFamily="34" charset="0"/>
              </a:rPr>
              <a:t>2.008 Design &amp; Manufacturing II Final Project</a:t>
            </a:r>
          </a:p>
        </p:txBody>
      </p:sp>
    </p:spTree>
    <p:extLst>
      <p:ext uri="{BB962C8B-B14F-4D97-AF65-F5344CB8AC3E}">
        <p14:creationId xmlns:p14="http://schemas.microsoft.com/office/powerpoint/2010/main" val="1664071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mall robot with a drawing on it&#10;&#10;AI-generated content may be incorrect.">
            <a:extLst>
              <a:ext uri="{FF2B5EF4-FFF2-40B4-BE49-F238E27FC236}">
                <a16:creationId xmlns:a16="http://schemas.microsoft.com/office/drawing/2014/main" id="{AA535D20-6536-4583-16A3-8214421CBD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"/>
          <a:stretch>
            <a:fillRect/>
          </a:stretch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2B1B74-4F88-7DDB-2F09-FA03DF51B6AA}"/>
              </a:ext>
            </a:extLst>
          </p:cNvPr>
          <p:cNvSpPr txBox="1"/>
          <p:nvPr/>
        </p:nvSpPr>
        <p:spPr>
          <a:xfrm>
            <a:off x="72538" y="1628507"/>
            <a:ext cx="8998924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60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latin typeface="Franklin Gothic Demi" panose="020B0703020102020204" pitchFamily="34" charset="0"/>
              </a:rPr>
              <a:t>FPOP: Discovering Mechanical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3862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rcuit board on a white surface&#10;&#10;AI-generated content may be incorrect.">
            <a:extLst>
              <a:ext uri="{FF2B5EF4-FFF2-40B4-BE49-F238E27FC236}">
                <a16:creationId xmlns:a16="http://schemas.microsoft.com/office/drawing/2014/main" id="{6A61DFDF-B0D3-F339-FA99-D70B728DBE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447"/>
            <a:ext cx="9250970" cy="70641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DA1660-D71B-D5CF-4D73-D9C2F4893504}"/>
              </a:ext>
            </a:extLst>
          </p:cNvPr>
          <p:cNvSpPr txBox="1"/>
          <p:nvPr/>
        </p:nvSpPr>
        <p:spPr>
          <a:xfrm>
            <a:off x="72538" y="1043732"/>
            <a:ext cx="8998924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60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latin typeface="Franklin Gothic Demi" panose="020B0703020102020204" pitchFamily="34" charset="0"/>
              </a:rPr>
              <a:t>2.678 Electronics for </a:t>
            </a:r>
            <a:r>
              <a:rPr lang="en-US" sz="760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latin typeface="Franklin Gothic Demi" panose="020B0703020102020204" pitchFamily="34" charset="0"/>
              </a:rPr>
              <a:t>Mechanical Systems Final </a:t>
            </a:r>
            <a:r>
              <a:rPr lang="en-US" sz="7600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latin typeface="Franklin Gothic Demi" panose="020B0703020102020204" pitchFamily="34" charset="0"/>
              </a:rPr>
              <a:t>Project</a:t>
            </a:r>
          </a:p>
        </p:txBody>
      </p:sp>
    </p:spTree>
    <p:extLst>
      <p:ext uri="{BB962C8B-B14F-4D97-AF65-F5344CB8AC3E}">
        <p14:creationId xmlns:p14="http://schemas.microsoft.com/office/powerpoint/2010/main" val="1949499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642</TotalTime>
  <Words>97</Words>
  <Application>Microsoft Office PowerPoint</Application>
  <PresentationFormat>On-screen Show (4:3)</PresentationFormat>
  <Paragraphs>22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Franklin Gothic Demi</vt:lpstr>
      <vt:lpstr>Office Theme</vt:lpstr>
      <vt:lpstr>For Editing  the Gallery Images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Jasmin Elena Palmer</dc:creator>
  <cp:lastModifiedBy>Jasmin Elena Palmer</cp:lastModifiedBy>
  <cp:revision>27</cp:revision>
  <dcterms:created xsi:type="dcterms:W3CDTF">2025-07-07T17:33:40Z</dcterms:created>
  <dcterms:modified xsi:type="dcterms:W3CDTF">2025-07-08T04:16:02Z</dcterms:modified>
</cp:coreProperties>
</file>