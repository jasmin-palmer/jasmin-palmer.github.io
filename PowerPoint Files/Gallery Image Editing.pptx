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8" r:id="rId3"/>
    <p:sldId id="257" r:id="rId4"/>
    <p:sldId id="259" r:id="rId5"/>
    <p:sldId id="260" r:id="rId6"/>
    <p:sldId id="261" r:id="rId7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993" autoAdjust="0"/>
    <p:restoredTop sz="94660"/>
  </p:normalViewPr>
  <p:slideViewPr>
    <p:cSldViewPr snapToGrid="0">
      <p:cViewPr varScale="1">
        <p:scale>
          <a:sx n="101" d="100"/>
          <a:sy n="101" d="100"/>
        </p:scale>
        <p:origin x="1220" y="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presProps" Target="pres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ableStyles" Target="tableStyles.xml"/><Relationship Id="rId5" Type="http://schemas.openxmlformats.org/officeDocument/2006/relationships/slide" Target="slides/slide4.xml"/><Relationship Id="rId10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122363"/>
            <a:ext cx="77724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4119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8314460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6094239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097926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4061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888372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814006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2052810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206884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5207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615457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7104A27-23C4-48F4-A539-22B3FA4B2363}" type="datetimeFigureOut">
              <a:rPr lang="en-US" smtClean="0"/>
              <a:t>7/7/2025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3431809-A223-4EE8-A819-37404D9331D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8919608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007B56D-F9F8-971E-76BD-FC6EBC4BA45A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For Editing  the Gallery Images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864287D-8873-6C70-D67D-E34B3573DE1C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 anchor="b"/>
          <a:lstStyle/>
          <a:p>
            <a:r>
              <a:rPr lang="en-US" dirty="0"/>
              <a:t>Or any Images with 4:3 Aspect Ratio</a:t>
            </a:r>
          </a:p>
        </p:txBody>
      </p:sp>
    </p:spTree>
    <p:extLst>
      <p:ext uri="{BB962C8B-B14F-4D97-AF65-F5344CB8AC3E}">
        <p14:creationId xmlns:p14="http://schemas.microsoft.com/office/powerpoint/2010/main" val="22376878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cardboard arcade game with a machine&#10;&#10;AI-generated content may be incorrect.">
            <a:extLst>
              <a:ext uri="{FF2B5EF4-FFF2-40B4-BE49-F238E27FC236}">
                <a16:creationId xmlns:a16="http://schemas.microsoft.com/office/drawing/2014/main" id="{B198FF18-6963-A47B-FEF1-16AF569927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641"/>
            <a:ext cx="914400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C70848F-0A13-0835-AD82-EDE07C264DCC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218A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66258130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 descr="A small electronic device on a stone surface&#10;&#10;AI-generated content may be incorrect.">
            <a:extLst>
              <a:ext uri="{FF2B5EF4-FFF2-40B4-BE49-F238E27FC236}">
                <a16:creationId xmlns:a16="http://schemas.microsoft.com/office/drawing/2014/main" id="{19881A49-EBED-7B32-3051-99DB73D42F6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144000" cy="685800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AF3C0D8F-F4D6-0B95-C0E1-10DDB014E7C7}"/>
              </a:ext>
            </a:extLst>
          </p:cNvPr>
          <p:cNvSpPr txBox="1"/>
          <p:nvPr/>
        </p:nvSpPr>
        <p:spPr>
          <a:xfrm>
            <a:off x="4754877" y="1536174"/>
            <a:ext cx="4616144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ME 218B Final Project</a:t>
            </a:r>
          </a:p>
        </p:txBody>
      </p:sp>
    </p:spTree>
    <p:extLst>
      <p:ext uri="{BB962C8B-B14F-4D97-AF65-F5344CB8AC3E}">
        <p14:creationId xmlns:p14="http://schemas.microsoft.com/office/powerpoint/2010/main" val="186372790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group of toys on a grey surface&#10;&#10;AI-generated content may be incorrect.">
            <a:extLst>
              <a:ext uri="{FF2B5EF4-FFF2-40B4-BE49-F238E27FC236}">
                <a16:creationId xmlns:a16="http://schemas.microsoft.com/office/drawing/2014/main" id="{F0EB68CD-3EA8-A9A3-7F2E-418D8AE505D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112"/>
            <a:ext cx="9144000" cy="6855775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5B58F766-AE2D-D3D8-437E-CF38CAC2A0BE}"/>
              </a:ext>
            </a:extLst>
          </p:cNvPr>
          <p:cNvSpPr txBox="1"/>
          <p:nvPr/>
        </p:nvSpPr>
        <p:spPr>
          <a:xfrm>
            <a:off x="2074743" y="4146944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EE 267 Final Project</a:t>
            </a:r>
          </a:p>
        </p:txBody>
      </p:sp>
    </p:spTree>
    <p:extLst>
      <p:ext uri="{BB962C8B-B14F-4D97-AF65-F5344CB8AC3E}">
        <p14:creationId xmlns:p14="http://schemas.microsoft.com/office/powerpoint/2010/main" val="345052238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143" y="0"/>
            <a:ext cx="9141714" cy="68580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 descr="A computer generated image of a skeleton&#10;&#10;AI-generated content may be incorrect.">
            <a:extLst>
              <a:ext uri="{FF2B5EF4-FFF2-40B4-BE49-F238E27FC236}">
                <a16:creationId xmlns:a16="http://schemas.microsoft.com/office/drawing/2014/main" id="{C20778A3-8FE5-D19C-6F1A-ABA290E1B9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282"/>
            <a:ext cx="9143980" cy="6856718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98DE868D-A185-537E-FDB1-8998FC016889}"/>
              </a:ext>
            </a:extLst>
          </p:cNvPr>
          <p:cNvSpPr txBox="1"/>
          <p:nvPr/>
        </p:nvSpPr>
        <p:spPr>
          <a:xfrm>
            <a:off x="781971" y="2213282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MARSS 2024 Hackathon</a:t>
            </a:r>
          </a:p>
        </p:txBody>
      </p:sp>
    </p:spTree>
    <p:extLst>
      <p:ext uri="{BB962C8B-B14F-4D97-AF65-F5344CB8AC3E}">
        <p14:creationId xmlns:p14="http://schemas.microsoft.com/office/powerpoint/2010/main" val="278472217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screenshot of a computer generated image of a human spine&#10;&#10;AI-generated content may be incorrect.">
            <a:extLst>
              <a:ext uri="{FF2B5EF4-FFF2-40B4-BE49-F238E27FC236}">
                <a16:creationId xmlns:a16="http://schemas.microsoft.com/office/drawing/2014/main" id="{6321F42F-80E4-EBB5-2281-A1690228C1E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101" y="0"/>
            <a:ext cx="9137797" cy="685800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BA98DF6E-ECEC-DBC0-87D6-957D532F2FC9}"/>
              </a:ext>
            </a:extLst>
          </p:cNvPr>
          <p:cNvSpPr txBox="1"/>
          <p:nvPr/>
        </p:nvSpPr>
        <p:spPr>
          <a:xfrm>
            <a:off x="781971" y="2213283"/>
            <a:ext cx="7580058" cy="243143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7600" dirty="0">
                <a:ln w="28575">
                  <a:solidFill>
                    <a:schemeClr val="tx1"/>
                  </a:solidFill>
                </a:ln>
                <a:solidFill>
                  <a:schemeClr val="bg1"/>
                </a:solidFill>
                <a:latin typeface="Franklin Gothic Demi" panose="020B0703020102020204" pitchFamily="34" charset="0"/>
              </a:rPr>
              <a:t>RAD 206 Final Project</a:t>
            </a:r>
          </a:p>
        </p:txBody>
      </p:sp>
    </p:spTree>
    <p:extLst>
      <p:ext uri="{BB962C8B-B14F-4D97-AF65-F5344CB8AC3E}">
        <p14:creationId xmlns:p14="http://schemas.microsoft.com/office/powerpoint/2010/main" val="56694458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 Them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67</TotalTime>
  <Words>31</Words>
  <Application>Microsoft Office PowerPoint</Application>
  <PresentationFormat>On-screen Show (4:3)</PresentationFormat>
  <Paragraphs>7</Paragraphs>
  <Slides>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Aptos Display</vt:lpstr>
      <vt:lpstr>Arial</vt:lpstr>
      <vt:lpstr>Franklin Gothic Demi</vt:lpstr>
      <vt:lpstr>Office Theme</vt:lpstr>
      <vt:lpstr>For Editing  the Gallery Images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Jasmin Elena Palmer</dc:creator>
  <cp:lastModifiedBy>Jasmin Elena Palmer</cp:lastModifiedBy>
  <cp:revision>12</cp:revision>
  <dcterms:created xsi:type="dcterms:W3CDTF">2025-07-07T17:33:40Z</dcterms:created>
  <dcterms:modified xsi:type="dcterms:W3CDTF">2025-07-07T18:40:54Z</dcterms:modified>
</cp:coreProperties>
</file>